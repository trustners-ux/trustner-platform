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58" r:id="rId3"/>
    <p:sldId id="353" r:id="rId4"/>
    <p:sldId id="354" r:id="rId5"/>
    <p:sldId id="318" r:id="rId6"/>
    <p:sldId id="334" r:id="rId7"/>
    <p:sldId id="335" r:id="rId8"/>
    <p:sldId id="346" r:id="rId9"/>
    <p:sldId id="360" r:id="rId10"/>
    <p:sldId id="355" r:id="rId11"/>
    <p:sldId id="347" r:id="rId12"/>
    <p:sldId id="348" r:id="rId13"/>
    <p:sldId id="349" r:id="rId14"/>
    <p:sldId id="356" r:id="rId15"/>
    <p:sldId id="350" r:id="rId16"/>
    <p:sldId id="357"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3/4/2014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3/4/2014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3/4/2014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3/4/2014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3/4/2014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87624" y="2396401"/>
            <a:ext cx="3816424" cy="45653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the Greece </a:t>
            </a:r>
            <a:r>
              <a:rPr lang="en-US" b="1" dirty="0" smtClean="0">
                <a:latin typeface="Arial" pitchFamily="34" charset="0"/>
                <a:cs typeface="Arial" pitchFamily="34" charset="0"/>
              </a:rPr>
              <a:t>story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437112"/>
            <a:ext cx="403244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Greece has been in the </a:t>
            </a:r>
            <a:r>
              <a:rPr lang="en-US" b="1" dirty="0" smtClean="0">
                <a:latin typeface="Arial" pitchFamily="34" charset="0"/>
                <a:cs typeface="Arial" pitchFamily="34" charset="0"/>
              </a:rPr>
              <a:t>news</a:t>
            </a:r>
            <a:br>
              <a:rPr lang="en-US" b="1" dirty="0" smtClean="0">
                <a:latin typeface="Arial" pitchFamily="34" charset="0"/>
                <a:cs typeface="Arial" pitchFamily="34" charset="0"/>
              </a:rPr>
            </a:br>
            <a:r>
              <a:rPr lang="en-US" b="1" dirty="0" smtClean="0">
                <a:latin typeface="Arial" pitchFamily="34" charset="0"/>
                <a:cs typeface="Arial" pitchFamily="34" charset="0"/>
              </a:rPr>
              <a:t>because </a:t>
            </a:r>
            <a:r>
              <a:rPr lang="en-US" b="1" dirty="0">
                <a:latin typeface="Arial" pitchFamily="34" charset="0"/>
                <a:cs typeface="Arial" pitchFamily="34" charset="0"/>
              </a:rPr>
              <a:t>of its economic </a:t>
            </a:r>
            <a:r>
              <a:rPr lang="en-US" b="1" dirty="0" smtClean="0">
                <a:latin typeface="Arial" pitchFamily="34" charset="0"/>
                <a:cs typeface="Arial" pitchFamily="34" charset="0"/>
              </a:rPr>
              <a:t>problems.</a:t>
            </a:r>
            <a:br>
              <a:rPr lang="en-US" b="1" dirty="0" smtClean="0">
                <a:latin typeface="Arial" pitchFamily="34" charset="0"/>
                <a:cs typeface="Arial" pitchFamily="34" charset="0"/>
              </a:rPr>
            </a:br>
            <a:r>
              <a:rPr lang="en-US" b="1" dirty="0" smtClean="0">
                <a:latin typeface="Arial" pitchFamily="34" charset="0"/>
                <a:cs typeface="Arial" pitchFamily="34" charset="0"/>
              </a:rPr>
              <a:t>What </a:t>
            </a:r>
            <a:r>
              <a:rPr lang="en-US" b="1" dirty="0">
                <a:latin typeface="Arial" pitchFamily="34" charset="0"/>
                <a:cs typeface="Arial" pitchFamily="34" charset="0"/>
              </a:rPr>
              <a:t>are these </a:t>
            </a:r>
            <a:r>
              <a:rPr lang="en-US" b="1" dirty="0" smtClean="0">
                <a:latin typeface="Arial" pitchFamily="34" charset="0"/>
                <a:cs typeface="Arial" pitchFamily="34" charset="0"/>
              </a:rPr>
              <a:t>problems?</a:t>
            </a:r>
            <a:br>
              <a:rPr lang="en-US" b="1" dirty="0" smtClean="0">
                <a:latin typeface="Arial" pitchFamily="34" charset="0"/>
                <a:cs typeface="Arial" pitchFamily="34" charset="0"/>
              </a:rPr>
            </a:br>
            <a:r>
              <a:rPr lang="en-US" b="1" dirty="0" smtClean="0">
                <a:latin typeface="Arial" pitchFamily="34" charset="0"/>
                <a:cs typeface="Arial" pitchFamily="34" charset="0"/>
              </a:rPr>
              <a:t>Let’s </a:t>
            </a:r>
            <a:r>
              <a:rPr lang="en-US" b="1" dirty="0">
                <a:latin typeface="Arial" pitchFamily="34" charset="0"/>
                <a:cs typeface="Arial" pitchFamily="34" charset="0"/>
              </a:rPr>
              <a:t>understand</a:t>
            </a:r>
            <a:endParaRPr lang="en-US" b="1" dirty="0">
              <a:latin typeface="Arial" pitchFamily="34" charset="0"/>
              <a:cs typeface="Arial" pitchFamily="34" charset="0"/>
            </a:endParaRP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093368" y="1196752"/>
            <a:ext cx="3710880" cy="17030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To understand this let’s imagine Greece, Portugal, Spain, Italy, Ireland, Germany, France, are not countries but brothers</a:t>
            </a:r>
            <a:endParaRPr lang="en-US" b="1" dirty="0">
              <a:latin typeface="Arial" pitchFamily="34" charset="0"/>
              <a:cs typeface="Arial" pitchFamily="34" charset="0"/>
            </a:endParaRP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78636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098012"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Interestingly, the brothers share a common pool account named “EURO”. </a:t>
            </a: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short the brothers would contribute into and spend </a:t>
            </a:r>
            <a:r>
              <a:rPr lang="en-US" b="1" dirty="0" smtClean="0">
                <a:latin typeface="Arial" pitchFamily="34" charset="0"/>
                <a:cs typeface="Arial" pitchFamily="34" charset="0"/>
              </a:rPr>
              <a:t>from</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common account.</a:t>
            </a:r>
            <a:endParaRPr lang="en-US" b="1" dirty="0">
              <a:latin typeface="Arial" pitchFamily="34" charset="0"/>
              <a:cs typeface="Arial" pitchFamily="34" charset="0"/>
            </a:endParaRP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7272808" cy="1297856"/>
          </a:xfrm>
          <a:prstGeom prst="rect">
            <a:avLst/>
          </a:prstGeom>
        </p:spPr>
        <p:txBody>
          <a:bodyPr wrap="square">
            <a:spAutoFit/>
          </a:bodyPr>
          <a:lstStyle/>
          <a:p>
            <a:pPr>
              <a:lnSpc>
                <a:spcPct val="150000"/>
              </a:lnSpc>
            </a:pPr>
            <a:r>
              <a:rPr lang="en-US" b="1" dirty="0">
                <a:latin typeface="Arial" pitchFamily="34" charset="0"/>
                <a:cs typeface="Arial" pitchFamily="34" charset="0"/>
              </a:rPr>
              <a:t>Amongst the brothers, Greece happened to be a spendthrift person. In order to maintain his lifestyle Greece had been borrowing money from his friends.</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17282" cy="923330"/>
          </a:xfrm>
          <a:prstGeom prst="rect">
            <a:avLst/>
          </a:prstGeom>
        </p:spPr>
        <p:txBody>
          <a:bodyPr wrap="square">
            <a:spAutoFit/>
          </a:bodyPr>
          <a:lstStyle/>
          <a:p>
            <a:pPr>
              <a:lnSpc>
                <a:spcPct val="150000"/>
              </a:lnSpc>
            </a:pPr>
            <a:r>
              <a:rPr lang="en-US" b="1" dirty="0">
                <a:latin typeface="Arial" pitchFamily="34" charset="0"/>
                <a:cs typeface="Arial" pitchFamily="34" charset="0"/>
              </a:rPr>
              <a:t>While Greece had been spending recklessly his earnings did not keep pace with the same.</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923330"/>
          </a:xfrm>
          <a:prstGeom prst="rect">
            <a:avLst/>
          </a:prstGeom>
        </p:spPr>
        <p:txBody>
          <a:bodyPr wrap="square">
            <a:spAutoFit/>
          </a:bodyPr>
          <a:lstStyle/>
          <a:p>
            <a:pPr>
              <a:lnSpc>
                <a:spcPct val="150000"/>
              </a:lnSpc>
            </a:pPr>
            <a:r>
              <a:rPr lang="en-US" b="1" dirty="0">
                <a:latin typeface="Arial" pitchFamily="34" charset="0"/>
                <a:cs typeface="Arial" pitchFamily="34" charset="0"/>
              </a:rPr>
              <a:t>Hence he was on a perpetual debt. To pay this debt he had been taking additional debt from his friends.</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417281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1297856"/>
          </a:xfrm>
          <a:prstGeom prst="rect">
            <a:avLst/>
          </a:prstGeom>
        </p:spPr>
        <p:txBody>
          <a:bodyPr wrap="square">
            <a:spAutoFit/>
          </a:bodyPr>
          <a:lstStyle/>
          <a:p>
            <a:pPr>
              <a:lnSpc>
                <a:spcPct val="150000"/>
              </a:lnSpc>
            </a:pPr>
            <a:r>
              <a:rPr lang="en-US" b="1" dirty="0">
                <a:latin typeface="Arial" pitchFamily="34" charset="0"/>
                <a:cs typeface="Arial" pitchFamily="34" charset="0"/>
              </a:rPr>
              <a:t>Each time he took a new debt he agreed to a higher interest rate. Friends would lend him money because they knew he was sharing the common pool account with his brothers.</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5008022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941168"/>
            <a:ext cx="2520280" cy="923330"/>
          </a:xfrm>
          <a:prstGeom prst="rect">
            <a:avLst/>
          </a:prstGeom>
        </p:spPr>
        <p:txBody>
          <a:bodyPr wrap="square">
            <a:spAutoFit/>
          </a:bodyPr>
          <a:lstStyle/>
          <a:p>
            <a:pPr>
              <a:lnSpc>
                <a:spcPct val="150000"/>
              </a:lnSpc>
            </a:pPr>
            <a:r>
              <a:rPr lang="en-US" b="1" dirty="0">
                <a:latin typeface="Arial" pitchFamily="34" charset="0"/>
                <a:cs typeface="Arial" pitchFamily="34" charset="0"/>
              </a:rPr>
              <a:t>Hence he was on </a:t>
            </a:r>
            <a:r>
              <a:rPr lang="en-US" b="1" dirty="0" smtClean="0">
                <a:latin typeface="Arial" pitchFamily="34" charset="0"/>
                <a:cs typeface="Arial" pitchFamily="34" charset="0"/>
              </a:rPr>
              <a:t>a</a:t>
            </a:r>
            <a:br>
              <a:rPr lang="en-US" b="1" dirty="0" smtClean="0">
                <a:latin typeface="Arial" pitchFamily="34" charset="0"/>
                <a:cs typeface="Arial" pitchFamily="34" charset="0"/>
              </a:rPr>
            </a:br>
            <a:r>
              <a:rPr lang="en-US" b="1" dirty="0" smtClean="0">
                <a:latin typeface="Arial" pitchFamily="34" charset="0"/>
                <a:cs typeface="Arial" pitchFamily="34" charset="0"/>
              </a:rPr>
              <a:t>perpetual </a:t>
            </a:r>
            <a:r>
              <a:rPr lang="en-US" b="1" dirty="0">
                <a:latin typeface="Arial" pitchFamily="34" charset="0"/>
                <a:cs typeface="Arial" pitchFamily="34" charset="0"/>
              </a:rPr>
              <a:t>debt. </a:t>
            </a:r>
            <a:endParaRPr lang="en-US" b="1" dirty="0">
              <a:latin typeface="Arial" pitchFamily="34" charset="0"/>
              <a:cs typeface="Arial" pitchFamily="34" charset="0"/>
            </a:endParaRP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6834514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923330"/>
          </a:xfrm>
          <a:prstGeom prst="rect">
            <a:avLst/>
          </a:prstGeom>
        </p:spPr>
        <p:txBody>
          <a:bodyPr wrap="square">
            <a:spAutoFit/>
          </a:bodyPr>
          <a:lstStyle/>
          <a:p>
            <a:pPr>
              <a:lnSpc>
                <a:spcPct val="150000"/>
              </a:lnSpc>
            </a:pPr>
            <a:r>
              <a:rPr lang="en-US" b="1" dirty="0">
                <a:latin typeface="Arial" pitchFamily="34" charset="0"/>
                <a:cs typeface="Arial" pitchFamily="34" charset="0"/>
              </a:rPr>
              <a:t>This poor track record of Greece worried his brothers because they shared the common family pool account with him.</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
        <p:nvSpPr>
          <p:cNvPr id="3" name="Rectangle 2"/>
          <p:cNvSpPr/>
          <p:nvPr/>
        </p:nvSpPr>
        <p:spPr>
          <a:xfrm>
            <a:off x="745200" y="2361654"/>
            <a:ext cx="7211176" cy="923330"/>
          </a:xfrm>
          <a:prstGeom prst="rect">
            <a:avLst/>
          </a:prstGeom>
        </p:spPr>
        <p:txBody>
          <a:bodyPr wrap="square">
            <a:spAutoFit/>
          </a:bodyPr>
          <a:lstStyle/>
          <a:p>
            <a:pPr>
              <a:lnSpc>
                <a:spcPct val="150000"/>
              </a:lnSpc>
            </a:pPr>
            <a:r>
              <a:rPr lang="en-US" b="1" dirty="0">
                <a:latin typeface="Arial" pitchFamily="34" charset="0"/>
                <a:cs typeface="Arial" pitchFamily="34" charset="0"/>
              </a:rPr>
              <a:t>Because of Greece’s spending ways, the credibility of the family pool account suffered.</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638178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17282" cy="882357"/>
          </a:xfrm>
          <a:prstGeom prst="rect">
            <a:avLst/>
          </a:prstGeom>
        </p:spPr>
        <p:txBody>
          <a:bodyPr wrap="square">
            <a:spAutoFit/>
          </a:bodyPr>
          <a:lstStyle/>
          <a:p>
            <a:pPr>
              <a:lnSpc>
                <a:spcPct val="150000"/>
              </a:lnSpc>
            </a:pPr>
            <a:r>
              <a:rPr lang="en-US" b="1" dirty="0">
                <a:latin typeface="Arial" pitchFamily="34" charset="0"/>
                <a:cs typeface="Arial" pitchFamily="34" charset="0"/>
              </a:rPr>
              <a:t>In order to protect the family name the brothers had no choice but to bail out Greece time and again. </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
        <p:nvSpPr>
          <p:cNvPr id="3" name="Rectangle 2"/>
          <p:cNvSpPr/>
          <p:nvPr/>
        </p:nvSpPr>
        <p:spPr>
          <a:xfrm>
            <a:off x="693206" y="2348880"/>
            <a:ext cx="7623210" cy="1338828"/>
          </a:xfrm>
          <a:prstGeom prst="rect">
            <a:avLst/>
          </a:prstGeom>
        </p:spPr>
        <p:txBody>
          <a:bodyPr wrap="square">
            <a:spAutoFit/>
          </a:bodyPr>
          <a:lstStyle/>
          <a:p>
            <a:pPr>
              <a:lnSpc>
                <a:spcPct val="150000"/>
              </a:lnSpc>
            </a:pPr>
            <a:r>
              <a:rPr lang="en-US" b="1" dirty="0">
                <a:latin typeface="Arial" pitchFamily="34" charset="0"/>
                <a:cs typeface="Arial" pitchFamily="34" charset="0"/>
              </a:rPr>
              <a:t>The brothers were unhappy with this situation.</a:t>
            </a:r>
          </a:p>
          <a:p>
            <a:pPr>
              <a:lnSpc>
                <a:spcPct val="150000"/>
              </a:lnSpc>
            </a:pPr>
            <a:r>
              <a:rPr lang="en-US" b="1" dirty="0">
                <a:latin typeface="Arial" pitchFamily="34" charset="0"/>
                <a:cs typeface="Arial" pitchFamily="34" charset="0"/>
              </a:rPr>
              <a:t>They felt that it is unfair for them to bail out their spendthrift brother Greece time and again.</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54057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17282" cy="882357"/>
          </a:xfrm>
          <a:prstGeom prst="rect">
            <a:avLst/>
          </a:prstGeom>
        </p:spPr>
        <p:txBody>
          <a:bodyPr wrap="square">
            <a:spAutoFit/>
          </a:bodyPr>
          <a:lstStyle/>
          <a:p>
            <a:pPr>
              <a:lnSpc>
                <a:spcPct val="150000"/>
              </a:lnSpc>
            </a:pPr>
            <a:r>
              <a:rPr lang="en-US" b="1" dirty="0">
                <a:latin typeface="Arial" pitchFamily="34" charset="0"/>
                <a:cs typeface="Arial" pitchFamily="34" charset="0"/>
              </a:rPr>
              <a:t>They threatened to take strict action against Greece </a:t>
            </a:r>
            <a:r>
              <a:rPr lang="en-US" b="1" dirty="0" smtClean="0">
                <a:latin typeface="Arial" pitchFamily="34" charset="0"/>
                <a:cs typeface="Arial" pitchFamily="34" charset="0"/>
              </a:rPr>
              <a:t>unless</a:t>
            </a:r>
            <a:br>
              <a:rPr lang="en-US" b="1" dirty="0" smtClean="0">
                <a:latin typeface="Arial" pitchFamily="34" charset="0"/>
                <a:cs typeface="Arial" pitchFamily="34" charset="0"/>
              </a:rPr>
            </a:br>
            <a:r>
              <a:rPr lang="en-US" b="1" dirty="0" smtClean="0">
                <a:latin typeface="Arial" pitchFamily="34" charset="0"/>
                <a:cs typeface="Arial" pitchFamily="34" charset="0"/>
              </a:rPr>
              <a:t>he </a:t>
            </a:r>
            <a:r>
              <a:rPr lang="en-US" b="1" dirty="0">
                <a:latin typeface="Arial" pitchFamily="34" charset="0"/>
                <a:cs typeface="Arial" pitchFamily="34" charset="0"/>
              </a:rPr>
              <a:t>changed his spendthrift attitude.</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
        <p:nvSpPr>
          <p:cNvPr id="3" name="Rectangle 2"/>
          <p:cNvSpPr/>
          <p:nvPr/>
        </p:nvSpPr>
        <p:spPr>
          <a:xfrm>
            <a:off x="743510" y="2492896"/>
            <a:ext cx="7284873" cy="882357"/>
          </a:xfrm>
          <a:prstGeom prst="rect">
            <a:avLst/>
          </a:prstGeom>
        </p:spPr>
        <p:txBody>
          <a:bodyPr wrap="square">
            <a:spAutoFit/>
          </a:bodyPr>
          <a:lstStyle/>
          <a:p>
            <a:pPr>
              <a:lnSpc>
                <a:spcPct val="150000"/>
              </a:lnSpc>
            </a:pPr>
            <a:r>
              <a:rPr lang="en-US" b="1" dirty="0">
                <a:latin typeface="Arial" pitchFamily="34" charset="0"/>
                <a:cs typeface="Arial" pitchFamily="34" charset="0"/>
              </a:rPr>
              <a:t>They ordered Greece to change his lifestyle and lead a simpler life thereby increasing his “savings” to repay his debt.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450902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203848" y="1124744"/>
            <a:ext cx="3744416"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This is the Greece </a:t>
            </a:r>
            <a:r>
              <a:rPr lang="en-US" b="1" dirty="0" smtClean="0">
                <a:latin typeface="Arial" pitchFamily="34" charset="0"/>
                <a:cs typeface="Arial" pitchFamily="34" charset="0"/>
              </a:rPr>
              <a:t>story.</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family pool account  is nothing but the common currency EURO.</a:t>
            </a:r>
            <a:endParaRPr lang="en-US" b="1" dirty="0">
              <a:latin typeface="Arial" pitchFamily="34" charset="0"/>
              <a:cs typeface="Arial" pitchFamily="34" charset="0"/>
            </a:endParaRP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3887282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749330" cy="882357"/>
          </a:xfrm>
          <a:prstGeom prst="rect">
            <a:avLst/>
          </a:prstGeom>
        </p:spPr>
        <p:txBody>
          <a:bodyPr wrap="square">
            <a:spAutoFit/>
          </a:bodyPr>
          <a:lstStyle/>
          <a:p>
            <a:pPr>
              <a:lnSpc>
                <a:spcPct val="150000"/>
              </a:lnSpc>
            </a:pPr>
            <a:r>
              <a:rPr lang="en-US" b="1" dirty="0">
                <a:latin typeface="Arial" pitchFamily="34" charset="0"/>
                <a:cs typeface="Arial" pitchFamily="34" charset="0"/>
              </a:rPr>
              <a:t>The brothers are the countries of the European Union who are afraid that because of Greece the value of their currency will depreciate.</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
        <p:nvSpPr>
          <p:cNvPr id="3" name="Rectangle 2"/>
          <p:cNvSpPr/>
          <p:nvPr/>
        </p:nvSpPr>
        <p:spPr>
          <a:xfrm>
            <a:off x="711102" y="2339471"/>
            <a:ext cx="7605314" cy="882357"/>
          </a:xfrm>
          <a:prstGeom prst="rect">
            <a:avLst/>
          </a:prstGeom>
        </p:spPr>
        <p:txBody>
          <a:bodyPr wrap="square">
            <a:spAutoFit/>
          </a:bodyPr>
          <a:lstStyle/>
          <a:p>
            <a:pPr>
              <a:lnSpc>
                <a:spcPct val="150000"/>
              </a:lnSpc>
            </a:pPr>
            <a:r>
              <a:rPr lang="en-US" b="1" dirty="0">
                <a:latin typeface="Arial" pitchFamily="34" charset="0"/>
                <a:cs typeface="Arial" pitchFamily="34" charset="0"/>
              </a:rPr>
              <a:t>The frugal lifestyle being imposed are the economic reforms for austerity that was passed by the Greece parliament.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568316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67200" y="5013176"/>
            <a:ext cx="3168352" cy="923330"/>
          </a:xfrm>
          <a:prstGeom prst="rect">
            <a:avLst/>
          </a:prstGeom>
        </p:spPr>
        <p:txBody>
          <a:bodyPr wrap="square">
            <a:spAutoFit/>
          </a:bodyPr>
          <a:lstStyle/>
          <a:p>
            <a:pPr>
              <a:lnSpc>
                <a:spcPct val="150000"/>
              </a:lnSpc>
              <a:defRPr/>
            </a:pPr>
            <a:r>
              <a:rPr lang="en-US" b="1" dirty="0">
                <a:latin typeface="Arial" pitchFamily="34" charset="0"/>
                <a:cs typeface="Arial" pitchFamily="34" charset="0"/>
              </a:rPr>
              <a:t>Hope you now </a:t>
            </a:r>
            <a:r>
              <a:rPr lang="en-US" b="1" dirty="0" smtClean="0">
                <a:latin typeface="Arial" pitchFamily="34" charset="0"/>
                <a:cs typeface="Arial" pitchFamily="34" charset="0"/>
              </a:rPr>
              <a:t>understand</a:t>
            </a:r>
            <a:br>
              <a:rPr lang="en-US" b="1" dirty="0" smtClean="0">
                <a:latin typeface="Arial" pitchFamily="34" charset="0"/>
                <a:cs typeface="Arial" pitchFamily="34" charset="0"/>
              </a:rPr>
            </a:br>
            <a:r>
              <a:rPr lang="en-US" b="1" dirty="0" smtClean="0">
                <a:latin typeface="Arial" pitchFamily="34" charset="0"/>
                <a:cs typeface="Arial" pitchFamily="34" charset="0"/>
              </a:rPr>
              <a:t>the “Greece</a:t>
            </a:r>
            <a:r>
              <a:rPr lang="en-US" b="1" dirty="0">
                <a:latin typeface="Arial" pitchFamily="34" charset="0"/>
                <a:cs typeface="Arial" pitchFamily="34" charset="0"/>
              </a:rPr>
              <a:t>” story</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GREECE STORY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668981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59632" y="2334013"/>
            <a:ext cx="3705781" cy="590931"/>
          </a:xfrm>
          <a:prstGeom prst="rect">
            <a:avLst/>
          </a:prstGeom>
          <a:noFill/>
        </p:spPr>
        <p:txBody>
          <a:bodyPr wrap="square" rtlCol="0">
            <a:spAutoFit/>
          </a:bodyPr>
          <a:lstStyle/>
          <a:p>
            <a:pPr algn="ctr">
              <a:lnSpc>
                <a:spcPct val="80000"/>
              </a:lnSpc>
              <a:spcBef>
                <a:spcPct val="20000"/>
              </a:spcBef>
            </a:pPr>
            <a:r>
              <a:rPr lang="en-US" b="1" dirty="0">
                <a:latin typeface="Arial" pitchFamily="34" charset="0"/>
                <a:cs typeface="Arial" pitchFamily="34" charset="0"/>
              </a:rPr>
              <a:t>Please give us your feedback at </a:t>
            </a:r>
          </a:p>
          <a:p>
            <a:pPr algn="ctr">
              <a:lnSpc>
                <a:spcPct val="8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1901</TotalTime>
  <Words>544</Words>
  <Application>Microsoft Office PowerPoint</Application>
  <PresentationFormat>On-screen Show (4:3)</PresentationFormat>
  <Paragraphs>43</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224</cp:revision>
  <dcterms:created xsi:type="dcterms:W3CDTF">2013-10-22T09:41:31Z</dcterms:created>
  <dcterms:modified xsi:type="dcterms:W3CDTF">2014-03-04T07:17:19Z</dcterms:modified>
</cp:coreProperties>
</file>