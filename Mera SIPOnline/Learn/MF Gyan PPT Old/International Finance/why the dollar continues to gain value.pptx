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58" r:id="rId3"/>
    <p:sldId id="318" r:id="rId4"/>
    <p:sldId id="353" r:id="rId5"/>
    <p:sldId id="381" r:id="rId6"/>
    <p:sldId id="382" r:id="rId7"/>
    <p:sldId id="383" r:id="rId8"/>
    <p:sldId id="384" r:id="rId9"/>
    <p:sldId id="379" r:id="rId10"/>
    <p:sldId id="287" r:id="rId11"/>
    <p:sldId id="27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3/5/2014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3/5/2014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3/5/2014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3/5/2014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3/5/2014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3/5/2014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3/5/2014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71636"/>
            <a:ext cx="4248472" cy="365421"/>
          </a:xfrm>
          <a:prstGeom prst="rect">
            <a:avLst/>
          </a:prstGeom>
          <a:noFill/>
        </p:spPr>
        <p:txBody>
          <a:bodyPr wrap="square" rtlCol="0">
            <a:spAutoFit/>
          </a:bodyPr>
          <a:lstStyle/>
          <a:p>
            <a:pPr algn="ctr">
              <a:lnSpc>
                <a:spcPct val="150000"/>
              </a:lnSpc>
            </a:pPr>
            <a:r>
              <a:rPr lang="en-US" sz="1350" b="1" dirty="0" smtClean="0">
                <a:solidFill>
                  <a:schemeClr val="bg1"/>
                </a:solidFill>
                <a:latin typeface="Arial" pitchFamily="34" charset="0"/>
                <a:cs typeface="Arial" pitchFamily="34" charset="0"/>
              </a:rPr>
              <a:t>WHY THE DOLLAR CONTINUES TO GAIN VALUE</a:t>
            </a:r>
            <a:endParaRPr lang="en-US" sz="135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412776"/>
            <a:ext cx="3456384"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why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dollar </a:t>
            </a:r>
            <a:r>
              <a:rPr lang="en-US" b="1" dirty="0">
                <a:latin typeface="Arial" pitchFamily="34" charset="0"/>
                <a:cs typeface="Arial" pitchFamily="34" charset="0"/>
              </a:rPr>
              <a:t>continues to gain value despite S&amp;Ps downgrading of the US bond</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THE DOLLAR CONTINUES TO GAIN VALUE</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96752"/>
            <a:ext cx="7488832" cy="2585323"/>
          </a:xfrm>
          <a:prstGeom prst="rect">
            <a:avLst/>
          </a:prstGeom>
        </p:spPr>
        <p:txBody>
          <a:bodyPr wrap="square">
            <a:spAutoFit/>
          </a:bodyPr>
          <a:lstStyle/>
          <a:p>
            <a:pPr>
              <a:lnSpc>
                <a:spcPct val="150000"/>
              </a:lnSpc>
            </a:pPr>
            <a:r>
              <a:rPr lang="en-US" b="1" dirty="0">
                <a:latin typeface="Arial" pitchFamily="34" charset="0"/>
                <a:cs typeface="Arial" pitchFamily="34" charset="0"/>
              </a:rPr>
              <a:t>Recently Standard &amp; Poor a renowned rating agency downgraded the US bond from  AAA to AA</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Usually one would expect that such a move would adversely affect the value of the dollar (the currency of the country whose bond has been downgraded)</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139495"/>
            <a:ext cx="3816424" cy="2169825"/>
          </a:xfrm>
          <a:prstGeom prst="rect">
            <a:avLst/>
          </a:prstGeom>
        </p:spPr>
        <p:txBody>
          <a:bodyPr wrap="square">
            <a:spAutoFit/>
          </a:bodyPr>
          <a:lstStyle/>
          <a:p>
            <a:pPr>
              <a:lnSpc>
                <a:spcPct val="150000"/>
              </a:lnSpc>
            </a:pPr>
            <a:r>
              <a:rPr lang="en-US" b="1" dirty="0">
                <a:latin typeface="Arial" pitchFamily="34" charset="0"/>
                <a:cs typeface="Arial" pitchFamily="34" charset="0"/>
              </a:rPr>
              <a:t>However what we’ve been </a:t>
            </a:r>
            <a:r>
              <a:rPr lang="en-US" b="1" dirty="0" smtClean="0">
                <a:latin typeface="Arial" pitchFamily="34" charset="0"/>
                <a:cs typeface="Arial" pitchFamily="34" charset="0"/>
              </a:rPr>
              <a:t>seeing</a:t>
            </a:r>
            <a:br>
              <a:rPr lang="en-US" b="1" dirty="0" smtClean="0">
                <a:latin typeface="Arial" pitchFamily="34" charset="0"/>
                <a:cs typeface="Arial" pitchFamily="34" charset="0"/>
              </a:rPr>
            </a:br>
            <a:r>
              <a:rPr lang="en-US" b="1" dirty="0" smtClean="0">
                <a:latin typeface="Arial" pitchFamily="34" charset="0"/>
                <a:cs typeface="Arial" pitchFamily="34" charset="0"/>
              </a:rPr>
              <a:t>is </a:t>
            </a:r>
            <a:r>
              <a:rPr lang="en-US" b="1" dirty="0">
                <a:latin typeface="Arial" pitchFamily="34" charset="0"/>
                <a:cs typeface="Arial" pitchFamily="34" charset="0"/>
              </a:rPr>
              <a:t>quite the contrary.</a:t>
            </a:r>
          </a:p>
          <a:p>
            <a:pPr>
              <a:lnSpc>
                <a:spcPct val="150000"/>
              </a:lnSpc>
            </a:pPr>
            <a:r>
              <a:rPr lang="en-US" b="1" dirty="0">
                <a:latin typeface="Arial" pitchFamily="34" charset="0"/>
                <a:cs typeface="Arial" pitchFamily="34" charset="0"/>
              </a:rPr>
              <a:t>The value of the US dollar </a:t>
            </a:r>
            <a:r>
              <a:rPr lang="en-US" b="1" dirty="0" smtClean="0">
                <a:latin typeface="Arial" pitchFamily="34" charset="0"/>
                <a:cs typeface="Arial" pitchFamily="34" charset="0"/>
              </a:rPr>
              <a:t>seems</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be rising .</a:t>
            </a:r>
          </a:p>
          <a:p>
            <a:pPr>
              <a:lnSpc>
                <a:spcPct val="150000"/>
              </a:lnSpc>
            </a:pPr>
            <a:r>
              <a:rPr lang="en-US" b="1" dirty="0">
                <a:latin typeface="Arial" pitchFamily="34" charset="0"/>
                <a:cs typeface="Arial" pitchFamily="34" charset="0"/>
              </a:rPr>
              <a:t>Why is this happening?</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THE DOLLAR CONTINUES TO GAIN VALUE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THE DOLLAR CONTINUES TO GAIN VALUE</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41570"/>
            <a:ext cx="7776864" cy="3831818"/>
          </a:xfrm>
          <a:prstGeom prst="rect">
            <a:avLst/>
          </a:prstGeom>
        </p:spPr>
        <p:txBody>
          <a:bodyPr wrap="square">
            <a:spAutoFit/>
          </a:bodyPr>
          <a:lstStyle/>
          <a:p>
            <a:pPr>
              <a:lnSpc>
                <a:spcPct val="150000"/>
              </a:lnSpc>
            </a:pPr>
            <a:r>
              <a:rPr lang="en-US" b="1" dirty="0">
                <a:latin typeface="Arial" pitchFamily="34" charset="0"/>
                <a:cs typeface="Arial" pitchFamily="34" charset="0"/>
              </a:rPr>
              <a:t>To get an understanding of this we need understand the global economic context</a:t>
            </a:r>
            <a:r>
              <a:rPr lang="en-US" b="1" dirty="0" smtClean="0">
                <a:latin typeface="Arial" pitchFamily="34" charset="0"/>
                <a:cs typeface="Arial" pitchFamily="34" charset="0"/>
              </a:rPr>
              <a:t>.</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Several European countries appear to be on the verge of defaulting on their debts. Hence the “euro” is under pressure</a:t>
            </a:r>
            <a:r>
              <a:rPr lang="en-US" b="1" dirty="0" smtClean="0">
                <a:latin typeface="Arial" pitchFamily="34" charset="0"/>
                <a:cs typeface="Arial" pitchFamily="34" charset="0"/>
              </a:rPr>
              <a:t>.</a:t>
            </a:r>
          </a:p>
          <a:p>
            <a:pPr>
              <a:lnSpc>
                <a:spcPct val="150000"/>
              </a:lnSpc>
            </a:pPr>
            <a:endParaRPr lang="en-US" sz="600"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Emerging </a:t>
            </a:r>
            <a:r>
              <a:rPr lang="en-US" b="1" dirty="0">
                <a:latin typeface="Arial" pitchFamily="34" charset="0"/>
                <a:cs typeface="Arial" pitchFamily="34" charset="0"/>
              </a:rPr>
              <a:t>economies too are facing high inflationary pressures which is having an adverse effect on growth. Both China and India are expected to grow at a lower rate as compared to the recent </a:t>
            </a:r>
            <a:r>
              <a:rPr lang="en-US" b="1" dirty="0" smtClean="0">
                <a:latin typeface="Arial" pitchFamily="34" charset="0"/>
                <a:cs typeface="Arial" pitchFamily="34" charset="0"/>
              </a:rPr>
              <a:t>past.</a:t>
            </a:r>
          </a:p>
          <a:p>
            <a:pPr>
              <a:lnSpc>
                <a:spcPct val="150000"/>
              </a:lnSpc>
            </a:pPr>
            <a:r>
              <a:rPr lang="en-US" sz="600" b="1" dirty="0">
                <a:latin typeface="Arial" pitchFamily="34" charset="0"/>
                <a:cs typeface="Arial" pitchFamily="34" charset="0"/>
              </a:rPr>
              <a:t/>
            </a:r>
            <a:br>
              <a:rPr lang="en-US" sz="600" b="1" dirty="0">
                <a:latin typeface="Arial" pitchFamily="34" charset="0"/>
                <a:cs typeface="Arial" pitchFamily="34" charset="0"/>
              </a:rPr>
            </a:br>
            <a:r>
              <a:rPr lang="en-US" b="1" dirty="0" smtClean="0">
                <a:latin typeface="Arial" pitchFamily="34" charset="0"/>
                <a:cs typeface="Arial" pitchFamily="34" charset="0"/>
              </a:rPr>
              <a:t>Commodity </a:t>
            </a:r>
            <a:r>
              <a:rPr lang="en-US" b="1" dirty="0">
                <a:latin typeface="Arial" pitchFamily="34" charset="0"/>
                <a:cs typeface="Arial" pitchFamily="34" charset="0"/>
              </a:rPr>
              <a:t>prices too have gone up too fast and appear expensive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926595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THE DOLLAR CONTINUES TO GAIN VALUE</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053891"/>
            <a:ext cx="7704856" cy="4201150"/>
          </a:xfrm>
          <a:prstGeom prst="rect">
            <a:avLst/>
          </a:prstGeom>
        </p:spPr>
        <p:txBody>
          <a:bodyPr wrap="square">
            <a:spAutoFit/>
          </a:bodyPr>
          <a:lstStyle/>
          <a:p>
            <a:pPr>
              <a:lnSpc>
                <a:spcPct val="150000"/>
              </a:lnSpc>
            </a:pPr>
            <a:r>
              <a:rPr lang="en-US" b="1" dirty="0">
                <a:latin typeface="Arial" pitchFamily="34" charset="0"/>
                <a:cs typeface="Arial" pitchFamily="34" charset="0"/>
              </a:rPr>
              <a:t>In this environment many investors seem to have maximum faith in the stability of the dollar and are showing the tendency of selling other asset classes and investing the proceeds in US Dollars.</a:t>
            </a:r>
          </a:p>
          <a:p>
            <a:pPr>
              <a:lnSpc>
                <a:spcPct val="150000"/>
              </a:lnSpc>
            </a:pPr>
            <a:endParaRPr lang="en-US" sz="800" b="1" dirty="0">
              <a:latin typeface="Arial" pitchFamily="34" charset="0"/>
              <a:cs typeface="Arial" pitchFamily="34" charset="0"/>
            </a:endParaRPr>
          </a:p>
          <a:p>
            <a:pPr>
              <a:lnSpc>
                <a:spcPct val="150000"/>
              </a:lnSpc>
            </a:pPr>
            <a:r>
              <a:rPr lang="en-US" b="1" dirty="0">
                <a:latin typeface="Arial" pitchFamily="34" charset="0"/>
                <a:cs typeface="Arial" pitchFamily="34" charset="0"/>
              </a:rPr>
              <a:t>The idea for them is to have enough US Dollars for an opportune investment at a future date.</a:t>
            </a:r>
            <a:br>
              <a:rPr lang="en-US" b="1" dirty="0">
                <a:latin typeface="Arial" pitchFamily="34" charset="0"/>
                <a:cs typeface="Arial" pitchFamily="34" charset="0"/>
              </a:rPr>
            </a:br>
            <a:endParaRPr lang="en-US" sz="800" b="1" dirty="0">
              <a:latin typeface="Arial" pitchFamily="34" charset="0"/>
              <a:cs typeface="Arial" pitchFamily="34" charset="0"/>
            </a:endParaRPr>
          </a:p>
          <a:p>
            <a:pPr>
              <a:lnSpc>
                <a:spcPct val="150000"/>
              </a:lnSpc>
            </a:pPr>
            <a:r>
              <a:rPr lang="en-US" b="1" dirty="0">
                <a:latin typeface="Arial" pitchFamily="34" charset="0"/>
                <a:cs typeface="Arial" pitchFamily="34" charset="0"/>
              </a:rPr>
              <a:t>Investors also expect that the US on account of its rising fiscal deficit and recent downgrading is unlikely to print a large amount of US Dollars and hence they expect the value of the US Dollar will remain strong</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0848300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THE DOLLAR CONTINUES TO GAIN VALUE</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96752"/>
            <a:ext cx="7272808" cy="3780522"/>
          </a:xfrm>
          <a:prstGeom prst="rect">
            <a:avLst/>
          </a:prstGeom>
        </p:spPr>
        <p:txBody>
          <a:bodyPr wrap="square">
            <a:spAutoFit/>
          </a:bodyPr>
          <a:lstStyle/>
          <a:p>
            <a:pPr>
              <a:lnSpc>
                <a:spcPct val="150000"/>
              </a:lnSpc>
            </a:pPr>
            <a:r>
              <a:rPr lang="en-US" b="1" dirty="0">
                <a:latin typeface="Arial" pitchFamily="34" charset="0"/>
                <a:cs typeface="Arial" pitchFamily="34" charset="0"/>
              </a:rPr>
              <a:t>Here one must understand that  for  an investor sees the US Dollar too as an asset class just like any other asset class.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by staying invested in US Dollars, the investor can gain from the rise in its value.</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Secondly when the value of the US Dollar rises it helps the investor to buy other asset classes cheaper at an opportune time in the future.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6334314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THE DOLLAR CONTINUES TO GAIN VALUE</a:t>
            </a:r>
            <a:endParaRPr lang="en-US" sz="2000" b="1" dirty="0">
              <a:solidFill>
                <a:schemeClr val="bg1"/>
              </a:solidFill>
              <a:latin typeface="Arial" pitchFamily="34" charset="0"/>
              <a:cs typeface="Arial" pitchFamily="34" charset="0"/>
            </a:endParaRPr>
          </a:p>
        </p:txBody>
      </p:sp>
      <p:sp>
        <p:nvSpPr>
          <p:cNvPr id="4" name="Rectangle 3"/>
          <p:cNvSpPr/>
          <p:nvPr/>
        </p:nvSpPr>
        <p:spPr>
          <a:xfrm>
            <a:off x="683568" y="1124744"/>
            <a:ext cx="7272808" cy="880369"/>
          </a:xfrm>
          <a:prstGeom prst="rect">
            <a:avLst/>
          </a:prstGeom>
        </p:spPr>
        <p:txBody>
          <a:bodyPr wrap="square">
            <a:spAutoFit/>
          </a:bodyPr>
          <a:lstStyle/>
          <a:p>
            <a:pPr>
              <a:lnSpc>
                <a:spcPct val="150000"/>
              </a:lnSpc>
            </a:pPr>
            <a:r>
              <a:rPr lang="en-US" b="1" dirty="0">
                <a:latin typeface="Arial" pitchFamily="34" charset="0"/>
                <a:cs typeface="Arial" pitchFamily="34" charset="0"/>
              </a:rPr>
              <a:t>These are the reasons for which the value of the dollar has risen despite the recent downgrade of US Bonds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238135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266962"/>
            <a:ext cx="439248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Hope this story has clarified the reason why the value of the US dollar has been rising despite the recent downgrade of its Bond by S&amp;P</a:t>
            </a: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THE DOLLAR CONTINUES TO GAIN VALUE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983202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43609" y="2060848"/>
            <a:ext cx="3960440" cy="935769"/>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2316</TotalTime>
  <Words>536</Words>
  <Application>Microsoft Office PowerPoint</Application>
  <PresentationFormat>On-screen Show (4:3)</PresentationFormat>
  <Paragraphs>38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252</cp:revision>
  <dcterms:created xsi:type="dcterms:W3CDTF">2013-10-22T09:41:31Z</dcterms:created>
  <dcterms:modified xsi:type="dcterms:W3CDTF">2014-03-05T08:24:10Z</dcterms:modified>
</cp:coreProperties>
</file>