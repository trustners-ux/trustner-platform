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58" r:id="rId3"/>
    <p:sldId id="318" r:id="rId4"/>
    <p:sldId id="353" r:id="rId5"/>
    <p:sldId id="381" r:id="rId6"/>
    <p:sldId id="382" r:id="rId7"/>
    <p:sldId id="383" r:id="rId8"/>
    <p:sldId id="384" r:id="rId9"/>
    <p:sldId id="379" r:id="rId10"/>
    <p:sldId id="385" r:id="rId11"/>
    <p:sldId id="386" r:id="rId12"/>
    <p:sldId id="387" r:id="rId13"/>
    <p:sldId id="388" r:id="rId14"/>
    <p:sldId id="389" r:id="rId15"/>
    <p:sldId id="390"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0" d="100"/>
          <a:sy n="40" d="100"/>
        </p:scale>
        <p:origin x="-120" y="-79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17-Sep-14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17-Sep-14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17-Sep-14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17-Sep-14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17-Sep-14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17-Sep-14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17-Sep-14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17-Sep-14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17-Sep-14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17-Sep-14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17-Sep-14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17-Sep-14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17-Sep-14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71636"/>
            <a:ext cx="4248472"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JOBS ARE LOST</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03648" y="1701084"/>
            <a:ext cx="3456384"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Lets understand the </a:t>
            </a:r>
            <a:r>
              <a:rPr lang="en-US" b="1" dirty="0">
                <a:latin typeface="Arial" pitchFamily="34" charset="0"/>
                <a:cs typeface="Arial" pitchFamily="34" charset="0"/>
              </a:rPr>
              <a:t>connection </a:t>
            </a:r>
            <a:r>
              <a:rPr lang="en-US" b="1" dirty="0" smtClean="0">
                <a:latin typeface="Arial" pitchFamily="34" charset="0"/>
                <a:cs typeface="Arial" pitchFamily="34" charset="0"/>
              </a:rPr>
              <a:t>between</a:t>
            </a:r>
            <a:br>
              <a:rPr lang="en-US" b="1" dirty="0" smtClean="0">
                <a:latin typeface="Arial" pitchFamily="34" charset="0"/>
                <a:cs typeface="Arial" pitchFamily="34" charset="0"/>
              </a:rPr>
            </a:br>
            <a:r>
              <a:rPr lang="en-US" b="1" dirty="0" smtClean="0">
                <a:latin typeface="Arial" pitchFamily="34" charset="0"/>
                <a:cs typeface="Arial" pitchFamily="34" charset="0"/>
              </a:rPr>
              <a:t>a </a:t>
            </a:r>
            <a:r>
              <a:rPr lang="en-US" b="1" dirty="0">
                <a:latin typeface="Arial" pitchFamily="34" charset="0"/>
                <a:cs typeface="Arial" pitchFamily="34" charset="0"/>
              </a:rPr>
              <a:t>strong dollar and job losses</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96752"/>
            <a:ext cx="7488832" cy="3831818"/>
          </a:xfrm>
          <a:prstGeom prst="rect">
            <a:avLst/>
          </a:prstGeom>
        </p:spPr>
        <p:txBody>
          <a:bodyPr wrap="square">
            <a:spAutoFit/>
          </a:bodyPr>
          <a:lstStyle/>
          <a:p>
            <a:pPr>
              <a:lnSpc>
                <a:spcPct val="150000"/>
              </a:lnSpc>
            </a:pPr>
            <a:r>
              <a:rPr lang="en-US" b="1" dirty="0">
                <a:latin typeface="Arial" pitchFamily="34" charset="0"/>
                <a:cs typeface="Arial" pitchFamily="34" charset="0"/>
              </a:rPr>
              <a:t>The US dollar is considered to be a stable currency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 Hence most countries invest in US Bonds (which is as good as investing in the US Dollar itself</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 dollar is also know as the world’s reserve currency. </a:t>
            </a:r>
          </a:p>
          <a:p>
            <a:pPr>
              <a:lnSpc>
                <a:spcPct val="150000"/>
              </a:lnSpc>
            </a:pPr>
            <a:r>
              <a:rPr lang="en-US" b="1" dirty="0">
                <a:latin typeface="Arial" pitchFamily="34" charset="0"/>
                <a:cs typeface="Arial" pitchFamily="34" charset="0"/>
              </a:rPr>
              <a:t>Due to this demand for the US dollar on account of its </a:t>
            </a:r>
            <a:r>
              <a:rPr lang="en-US" b="1" dirty="0" smtClean="0">
                <a:latin typeface="Arial" pitchFamily="34" charset="0"/>
                <a:cs typeface="Arial" pitchFamily="34" charset="0"/>
              </a:rPr>
              <a:t>stability,</a:t>
            </a:r>
            <a:br>
              <a:rPr lang="en-US" b="1" dirty="0" smtClean="0">
                <a:latin typeface="Arial" pitchFamily="34" charset="0"/>
                <a:cs typeface="Arial" pitchFamily="34" charset="0"/>
              </a:rPr>
            </a:br>
            <a:r>
              <a:rPr lang="en-US" b="1" dirty="0" smtClean="0">
                <a:latin typeface="Arial" pitchFamily="34" charset="0"/>
                <a:cs typeface="Arial" pitchFamily="34" charset="0"/>
              </a:rPr>
              <a:t>its </a:t>
            </a:r>
            <a:r>
              <a:rPr lang="en-US" b="1" dirty="0">
                <a:latin typeface="Arial" pitchFamily="34" charset="0"/>
                <a:cs typeface="Arial" pitchFamily="34" charset="0"/>
              </a:rPr>
              <a:t>value is strong relative to other currencies like the Chinese Yuan or the Indian Rupee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482986"/>
            <a:ext cx="417646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outcome of a strong </a:t>
            </a:r>
            <a:r>
              <a:rPr lang="en-US" b="1" dirty="0" smtClean="0">
                <a:latin typeface="Arial" pitchFamily="34" charset="0"/>
                <a:cs typeface="Arial" pitchFamily="34" charset="0"/>
              </a:rPr>
              <a:t>dollar</a:t>
            </a:r>
            <a:br>
              <a:rPr lang="en-US" b="1" dirty="0" smtClean="0">
                <a:latin typeface="Arial" pitchFamily="34" charset="0"/>
                <a:cs typeface="Arial" pitchFamily="34" charset="0"/>
              </a:rPr>
            </a:br>
            <a:r>
              <a:rPr lang="en-US" b="1" dirty="0" smtClean="0">
                <a:latin typeface="Arial" pitchFamily="34" charset="0"/>
                <a:cs typeface="Arial" pitchFamily="34" charset="0"/>
              </a:rPr>
              <a:t>(or </a:t>
            </a:r>
            <a:r>
              <a:rPr lang="en-US" b="1" dirty="0">
                <a:latin typeface="Arial" pitchFamily="34" charset="0"/>
                <a:cs typeface="Arial" pitchFamily="34" charset="0"/>
              </a:rPr>
              <a:t>a weak Yuan for that </a:t>
            </a:r>
            <a:r>
              <a:rPr lang="en-US" b="1" dirty="0" smtClean="0">
                <a:latin typeface="Arial" pitchFamily="34" charset="0"/>
                <a:cs typeface="Arial" pitchFamily="34" charset="0"/>
              </a:rPr>
              <a:t>matter)</a:t>
            </a:r>
            <a:br>
              <a:rPr lang="en-US" b="1" dirty="0" smtClean="0">
                <a:latin typeface="Arial" pitchFamily="34" charset="0"/>
                <a:cs typeface="Arial" pitchFamily="34" charset="0"/>
              </a:rPr>
            </a:br>
            <a:r>
              <a:rPr lang="en-US" b="1" dirty="0" smtClean="0">
                <a:latin typeface="Arial" pitchFamily="34" charset="0"/>
                <a:cs typeface="Arial" pitchFamily="34" charset="0"/>
              </a:rPr>
              <a:t>has </a:t>
            </a:r>
            <a:r>
              <a:rPr lang="en-US" b="1" dirty="0">
                <a:latin typeface="Arial" pitchFamily="34" charset="0"/>
                <a:cs typeface="Arial" pitchFamily="34" charset="0"/>
              </a:rPr>
              <a:t>significant impact on both the Chinese and the US economies</a:t>
            </a: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41570"/>
            <a:ext cx="712879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For the sake of understanding, let’s assume 1USD = 100 Yuan</a:t>
            </a:r>
          </a:p>
          <a:p>
            <a:pPr>
              <a:lnSpc>
                <a:spcPct val="150000"/>
              </a:lnSpc>
            </a:pPr>
            <a:r>
              <a:rPr lang="en-US" b="1" dirty="0">
                <a:latin typeface="Arial" pitchFamily="34" charset="0"/>
                <a:cs typeface="Arial" pitchFamily="34" charset="0"/>
              </a:rPr>
              <a:t>This means that the US can buy a product costing 100 Yuan just for 1 dollar</a:t>
            </a:r>
          </a:p>
        </p:txBody>
      </p:sp>
    </p:spTree>
    <p:extLst>
      <p:ext uri="{BB962C8B-B14F-4D97-AF65-F5344CB8AC3E}">
        <p14:creationId xmlns:p14="http://schemas.microsoft.com/office/powerpoint/2010/main" xmlns="" val="1192659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053891"/>
            <a:ext cx="712879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As long as the dollar gets stronger and stronger, the US will find it cheaper to import</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Let’s see how this happens.</a:t>
            </a:r>
          </a:p>
        </p:txBody>
      </p:sp>
    </p:spTree>
    <p:extLst>
      <p:ext uri="{BB962C8B-B14F-4D97-AF65-F5344CB8AC3E}">
        <p14:creationId xmlns:p14="http://schemas.microsoft.com/office/powerpoint/2010/main" xmlns="" val="10848300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96752"/>
            <a:ext cx="7848872" cy="3416320"/>
          </a:xfrm>
          <a:prstGeom prst="rect">
            <a:avLst/>
          </a:prstGeom>
        </p:spPr>
        <p:txBody>
          <a:bodyPr wrap="square">
            <a:spAutoFit/>
          </a:bodyPr>
          <a:lstStyle/>
          <a:p>
            <a:pPr>
              <a:lnSpc>
                <a:spcPct val="150000"/>
              </a:lnSpc>
            </a:pPr>
            <a:r>
              <a:rPr lang="en-US" b="1" dirty="0">
                <a:latin typeface="Arial" pitchFamily="34" charset="0"/>
                <a:cs typeface="Arial" pitchFamily="34" charset="0"/>
              </a:rPr>
              <a:t>Suppose the US dollar were to get stronger as follows:-</a:t>
            </a:r>
          </a:p>
          <a:p>
            <a:pPr>
              <a:lnSpc>
                <a:spcPct val="150000"/>
              </a:lnSpc>
            </a:pPr>
            <a:r>
              <a:rPr lang="en-US" b="1" dirty="0">
                <a:latin typeface="Arial" pitchFamily="34" charset="0"/>
                <a:cs typeface="Arial" pitchFamily="34" charset="0"/>
              </a:rPr>
              <a:t>1USD = 200 </a:t>
            </a:r>
            <a:r>
              <a:rPr lang="en-US" b="1" dirty="0" smtClean="0">
                <a:latin typeface="Arial" pitchFamily="34" charset="0"/>
                <a:cs typeface="Arial" pitchFamily="34" charset="0"/>
              </a:rPr>
              <a:t>Yuan</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means the same product which was costing an American 1 dollar as seen in one of the previous slides would now cost only ½ USD </a:t>
            </a:r>
          </a:p>
          <a:p>
            <a:pPr>
              <a:lnSpc>
                <a:spcPct val="150000"/>
              </a:lnSpc>
            </a:pPr>
            <a:r>
              <a:rPr lang="en-US" b="1" dirty="0" smtClean="0">
                <a:latin typeface="Arial" pitchFamily="34" charset="0"/>
                <a:cs typeface="Arial" pitchFamily="34" charset="0"/>
              </a:rPr>
              <a:t>Or</a:t>
            </a: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 Even if  China were to raise the cost to 200 Yuan, the Americans would have to pay the same 1USD</a:t>
            </a:r>
          </a:p>
        </p:txBody>
      </p:sp>
    </p:spTree>
    <p:extLst>
      <p:ext uri="{BB962C8B-B14F-4D97-AF65-F5344CB8AC3E}">
        <p14:creationId xmlns:p14="http://schemas.microsoft.com/office/powerpoint/2010/main" xmlns="" val="2633431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24744"/>
            <a:ext cx="7272808" cy="3000821"/>
          </a:xfrm>
          <a:prstGeom prst="rect">
            <a:avLst/>
          </a:prstGeom>
        </p:spPr>
        <p:txBody>
          <a:bodyPr wrap="square">
            <a:spAutoFit/>
          </a:bodyPr>
          <a:lstStyle/>
          <a:p>
            <a:pPr marL="465138" indent="-465138">
              <a:lnSpc>
                <a:spcPct val="150000"/>
              </a:lnSpc>
              <a:buClr>
                <a:srgbClr val="C00000"/>
              </a:buClr>
              <a:buSzPct val="200000"/>
              <a:buFont typeface="Wingdings" pitchFamily="2" charset="2"/>
              <a:buChar char="§"/>
              <a:tabLst>
                <a:tab pos="465138" algn="l"/>
              </a:tabLst>
            </a:pPr>
            <a:r>
              <a:rPr lang="en-US" b="1" dirty="0">
                <a:latin typeface="Arial" pitchFamily="34" charset="0"/>
                <a:cs typeface="Arial" pitchFamily="34" charset="0"/>
              </a:rPr>
              <a:t>This basically means that Chinese goods would be in demand in the US due to their cost advantage stemming from a strong USD against the Chinese Yuan</a:t>
            </a:r>
          </a:p>
          <a:p>
            <a:pPr marL="465138" indent="-465138">
              <a:lnSpc>
                <a:spcPct val="150000"/>
              </a:lnSpc>
              <a:buClr>
                <a:srgbClr val="C00000"/>
              </a:buClr>
              <a:buSzPct val="200000"/>
              <a:buFont typeface="Wingdings" pitchFamily="2" charset="2"/>
              <a:buChar char="§"/>
              <a:tabLst>
                <a:tab pos="465138" algn="l"/>
              </a:tabLst>
            </a:pPr>
            <a:endParaRPr lang="en-US" b="1" dirty="0">
              <a:latin typeface="Arial" pitchFamily="34" charset="0"/>
              <a:cs typeface="Arial" pitchFamily="34" charset="0"/>
            </a:endParaRPr>
          </a:p>
          <a:p>
            <a:pPr marL="465138" indent="-465138">
              <a:lnSpc>
                <a:spcPct val="150000"/>
              </a:lnSpc>
              <a:buClr>
                <a:srgbClr val="C00000"/>
              </a:buClr>
              <a:buSzPct val="200000"/>
              <a:buFont typeface="Wingdings" pitchFamily="2" charset="2"/>
              <a:buChar char="§"/>
              <a:tabLst>
                <a:tab pos="465138" algn="l"/>
              </a:tabLst>
            </a:pPr>
            <a:r>
              <a:rPr lang="en-US" b="1" dirty="0">
                <a:latin typeface="Arial" pitchFamily="34" charset="0"/>
                <a:cs typeface="Arial" pitchFamily="34" charset="0"/>
              </a:rPr>
              <a:t>Quite evidently this would bring down the demand for American goods which simply cannot be manufactured at the price of  Chinese goods being sold there.</a:t>
            </a:r>
          </a:p>
        </p:txBody>
      </p:sp>
    </p:spTree>
    <p:extLst>
      <p:ext uri="{BB962C8B-B14F-4D97-AF65-F5344CB8AC3E}">
        <p14:creationId xmlns:p14="http://schemas.microsoft.com/office/powerpoint/2010/main" xmlns="" val="123813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17077" y="4941168"/>
            <a:ext cx="3960440" cy="923330"/>
          </a:xfrm>
          <a:prstGeom prst="rect">
            <a:avLst/>
          </a:prstGeom>
        </p:spPr>
        <p:txBody>
          <a:bodyPr wrap="square">
            <a:spAutoFit/>
          </a:bodyPr>
          <a:lstStyle/>
          <a:p>
            <a:pPr>
              <a:lnSpc>
                <a:spcPct val="150000"/>
              </a:lnSpc>
            </a:pPr>
            <a:r>
              <a:rPr lang="en-US" b="1" dirty="0">
                <a:latin typeface="Arial" pitchFamily="34" charset="0"/>
                <a:cs typeface="Arial" pitchFamily="34" charset="0"/>
              </a:rPr>
              <a:t>So what can a strong US brand do to sell in US but at a lower price?</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Tree>
    <p:extLst>
      <p:ext uri="{BB962C8B-B14F-4D97-AF65-F5344CB8AC3E}">
        <p14:creationId xmlns:p14="http://schemas.microsoft.com/office/powerpoint/2010/main" xmlns="" val="198320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24744"/>
            <a:ext cx="7632848" cy="4108817"/>
          </a:xfrm>
          <a:prstGeom prst="rect">
            <a:avLst/>
          </a:prstGeom>
        </p:spPr>
        <p:txBody>
          <a:bodyPr wrap="square">
            <a:spAutoFit/>
          </a:bodyPr>
          <a:lstStyle/>
          <a:p>
            <a:pPr>
              <a:lnSpc>
                <a:spcPct val="150000"/>
              </a:lnSpc>
            </a:pPr>
            <a:r>
              <a:rPr lang="en-US" b="1" dirty="0">
                <a:latin typeface="Arial" pitchFamily="34" charset="0"/>
                <a:cs typeface="Arial" pitchFamily="34" charset="0"/>
              </a:rPr>
              <a:t>One of the things the brand owner does is to move his manufacturing to China. </a:t>
            </a:r>
          </a:p>
          <a:p>
            <a:pPr>
              <a:lnSpc>
                <a:spcPct val="150000"/>
              </a:lnSpc>
            </a:pPr>
            <a:r>
              <a:rPr lang="en-US" sz="1000" b="1" dirty="0">
                <a:latin typeface="Arial" pitchFamily="34" charset="0"/>
                <a:cs typeface="Arial" pitchFamily="34" charset="0"/>
              </a:rPr>
              <a:t/>
            </a:r>
            <a:br>
              <a:rPr lang="en-US" sz="1000" b="1" dirty="0">
                <a:latin typeface="Arial" pitchFamily="34" charset="0"/>
                <a:cs typeface="Arial" pitchFamily="34" charset="0"/>
              </a:rPr>
            </a:br>
            <a:r>
              <a:rPr lang="en-US" b="1" dirty="0">
                <a:latin typeface="Arial" pitchFamily="34" charset="0"/>
                <a:cs typeface="Arial" pitchFamily="34" charset="0"/>
              </a:rPr>
              <a:t>The dollar is a strong currency and can buy a large number of Yuan. </a:t>
            </a:r>
          </a:p>
          <a:p>
            <a:pPr>
              <a:lnSpc>
                <a:spcPct val="150000"/>
              </a:lnSpc>
            </a:pPr>
            <a:r>
              <a:rPr lang="en-US" sz="1000" b="1" dirty="0">
                <a:latin typeface="Arial" pitchFamily="34" charset="0"/>
                <a:cs typeface="Arial" pitchFamily="34" charset="0"/>
              </a:rPr>
              <a:t/>
            </a:r>
            <a:br>
              <a:rPr lang="en-US" sz="1000" b="1" dirty="0">
                <a:latin typeface="Arial" pitchFamily="34" charset="0"/>
                <a:cs typeface="Arial" pitchFamily="34" charset="0"/>
              </a:rPr>
            </a:br>
            <a:r>
              <a:rPr lang="en-US" b="1" dirty="0">
                <a:latin typeface="Arial" pitchFamily="34" charset="0"/>
                <a:cs typeface="Arial" pitchFamily="34" charset="0"/>
              </a:rPr>
              <a:t>Hence the cost of buying land and setting up of the manufacturing plant seems low to the American industrialist</a:t>
            </a:r>
          </a:p>
          <a:p>
            <a:pPr>
              <a:lnSpc>
                <a:spcPct val="150000"/>
              </a:lnSpc>
            </a:pPr>
            <a:r>
              <a:rPr lang="en-US" sz="1000" dirty="0"/>
              <a:t/>
            </a:r>
            <a:br>
              <a:rPr lang="en-US" sz="1000" dirty="0"/>
            </a:br>
            <a:r>
              <a:rPr lang="en-US" b="1" dirty="0">
                <a:latin typeface="Arial" pitchFamily="34" charset="0"/>
                <a:cs typeface="Arial" pitchFamily="34" charset="0"/>
              </a:rPr>
              <a:t>He can also employ Chinese workers at a much lower cost compared to American workers and make the same goods at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lower </a:t>
            </a:r>
            <a:r>
              <a:rPr lang="en-US" b="1" dirty="0">
                <a:latin typeface="Arial" pitchFamily="34" charset="0"/>
                <a:cs typeface="Arial" pitchFamily="34" charset="0"/>
              </a:rPr>
              <a:t>cost. </a:t>
            </a:r>
          </a:p>
        </p:txBody>
      </p:sp>
    </p:spTree>
    <p:extLst>
      <p:ext uri="{BB962C8B-B14F-4D97-AF65-F5344CB8AC3E}">
        <p14:creationId xmlns:p14="http://schemas.microsoft.com/office/powerpoint/2010/main" xmlns="" val="15745830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124744"/>
            <a:ext cx="7632848"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Thus</a:t>
            </a:r>
          </a:p>
        </p:txBody>
      </p:sp>
      <p:sp>
        <p:nvSpPr>
          <p:cNvPr id="3" name="Rectangle 2"/>
          <p:cNvSpPr/>
          <p:nvPr/>
        </p:nvSpPr>
        <p:spPr>
          <a:xfrm>
            <a:off x="683568" y="1653962"/>
            <a:ext cx="7416824" cy="1703030"/>
          </a:xfrm>
          <a:prstGeom prst="rect">
            <a:avLst/>
          </a:prstGeom>
        </p:spPr>
        <p:txBody>
          <a:bodyPr wrap="square">
            <a:spAutoFit/>
          </a:bodyPr>
          <a:lstStyle/>
          <a:p>
            <a:pPr>
              <a:lnSpc>
                <a:spcPct val="150000"/>
              </a:lnSpc>
            </a:pPr>
            <a:r>
              <a:rPr lang="en-US" b="1" dirty="0">
                <a:latin typeface="Arial" pitchFamily="34" charset="0"/>
                <a:cs typeface="Arial" pitchFamily="34" charset="0"/>
              </a:rPr>
              <a:t>By moving his manufacturing away into China, the American industrialist can now compete with the Chinese goods in US. Therefore several big brands like Apple </a:t>
            </a:r>
            <a:r>
              <a:rPr lang="en-US" b="1" dirty="0" err="1">
                <a:latin typeface="Arial" pitchFamily="34" charset="0"/>
                <a:cs typeface="Arial" pitchFamily="34" charset="0"/>
              </a:rPr>
              <a:t>etc</a:t>
            </a:r>
            <a:r>
              <a:rPr lang="en-US" b="1" dirty="0">
                <a:latin typeface="Arial" pitchFamily="34" charset="0"/>
                <a:cs typeface="Arial" pitchFamily="34" charset="0"/>
              </a:rPr>
              <a:t> have their manufacturing plants in different countries.</a:t>
            </a:r>
          </a:p>
        </p:txBody>
      </p:sp>
    </p:spTree>
    <p:extLst>
      <p:ext uri="{BB962C8B-B14F-4D97-AF65-F5344CB8AC3E}">
        <p14:creationId xmlns:p14="http://schemas.microsoft.com/office/powerpoint/2010/main" xmlns="" val="38972224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4" name="Rectangle 3"/>
          <p:cNvSpPr/>
          <p:nvPr/>
        </p:nvSpPr>
        <p:spPr>
          <a:xfrm>
            <a:off x="683568" y="1028249"/>
            <a:ext cx="7632848"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But</a:t>
            </a:r>
          </a:p>
        </p:txBody>
      </p:sp>
      <p:sp>
        <p:nvSpPr>
          <p:cNvPr id="3" name="Rectangle 2"/>
          <p:cNvSpPr/>
          <p:nvPr/>
        </p:nvSpPr>
        <p:spPr>
          <a:xfrm>
            <a:off x="683568" y="1484784"/>
            <a:ext cx="7632848"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By exporting their manufacturing to China, the US also exports away the jobs to China that would have otherwise got created for US workers</a:t>
            </a:r>
            <a:r>
              <a:rPr lang="en-US"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causes unemployment in the US while enhances employment in </a:t>
            </a:r>
            <a:r>
              <a:rPr lang="en-US" b="1" dirty="0" smtClean="0">
                <a:latin typeface="Arial" pitchFamily="34" charset="0"/>
                <a:cs typeface="Arial" pitchFamily="34" charset="0"/>
              </a:rPr>
              <a:t>China</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US workers who still have jobs in the US struggle to keep them. They work longer hours but do not demand more money as they are more concerned about holding on their jobs.</a:t>
            </a:r>
          </a:p>
        </p:txBody>
      </p:sp>
    </p:spTree>
    <p:extLst>
      <p:ext uri="{BB962C8B-B14F-4D97-AF65-F5344CB8AC3E}">
        <p14:creationId xmlns:p14="http://schemas.microsoft.com/office/powerpoint/2010/main" xmlns="" val="12213790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3" name="Rectangle 2"/>
          <p:cNvSpPr/>
          <p:nvPr/>
        </p:nvSpPr>
        <p:spPr>
          <a:xfrm>
            <a:off x="683568" y="1124744"/>
            <a:ext cx="727280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This situation gives rise to pessimism about their future and they start saving more and spending less</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When this happens, the demand for goods and services further reduces and “recession” sets in.</a:t>
            </a:r>
          </a:p>
        </p:txBody>
      </p:sp>
    </p:spTree>
    <p:extLst>
      <p:ext uri="{BB962C8B-B14F-4D97-AF65-F5344CB8AC3E}">
        <p14:creationId xmlns:p14="http://schemas.microsoft.com/office/powerpoint/2010/main" xmlns="" val="16855139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
        <p:nvSpPr>
          <p:cNvPr id="3" name="Rectangle 2"/>
          <p:cNvSpPr/>
          <p:nvPr/>
        </p:nvSpPr>
        <p:spPr>
          <a:xfrm>
            <a:off x="683568" y="1124744"/>
            <a:ext cx="7416824" cy="923330"/>
          </a:xfrm>
          <a:prstGeom prst="rect">
            <a:avLst/>
          </a:prstGeom>
        </p:spPr>
        <p:txBody>
          <a:bodyPr wrap="square">
            <a:spAutoFit/>
          </a:bodyPr>
          <a:lstStyle/>
          <a:p>
            <a:pPr>
              <a:lnSpc>
                <a:spcPct val="150000"/>
              </a:lnSpc>
              <a:defRPr/>
            </a:pPr>
            <a:r>
              <a:rPr lang="en-US" b="1" dirty="0">
                <a:latin typeface="Arial" charset="0"/>
              </a:rPr>
              <a:t>Thus in this way having a strong currency can have a detrimental effect on jobs</a:t>
            </a:r>
          </a:p>
        </p:txBody>
      </p:sp>
    </p:spTree>
    <p:extLst>
      <p:ext uri="{BB962C8B-B14F-4D97-AF65-F5344CB8AC3E}">
        <p14:creationId xmlns:p14="http://schemas.microsoft.com/office/powerpoint/2010/main" xmlns="" val="19224693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653136"/>
            <a:ext cx="3960440" cy="1295868"/>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has clarified the link between a strong currency and unemployment</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JOBS ARE LOST</a:t>
            </a:r>
          </a:p>
        </p:txBody>
      </p:sp>
    </p:spTree>
    <p:extLst>
      <p:ext uri="{BB962C8B-B14F-4D97-AF65-F5344CB8AC3E}">
        <p14:creationId xmlns:p14="http://schemas.microsoft.com/office/powerpoint/2010/main" xmlns="" val="3453192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43609" y="2060848"/>
            <a:ext cx="3960440" cy="93576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2367</TotalTime>
  <Words>688</Words>
  <Application>Microsoft Office PowerPoint</Application>
  <PresentationFormat>On-screen Show (4:3)</PresentationFormat>
  <Paragraphs>60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ddoctor</cp:lastModifiedBy>
  <cp:revision>259</cp:revision>
  <dcterms:created xsi:type="dcterms:W3CDTF">2013-10-22T09:41:31Z</dcterms:created>
  <dcterms:modified xsi:type="dcterms:W3CDTF">2014-09-17T13:19:29Z</dcterms:modified>
</cp:coreProperties>
</file>